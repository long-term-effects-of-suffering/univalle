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HFeFDOJIgVFdLlTnqFPeQaYSz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8E0E79-3FCA-4A58-998D-F70735DC22F7}">
  <a:tblStyle styleId="{468E0E79-3FCA-4A58-998D-F70735DC22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6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8" name="Google Shape;41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equipo de 4 personas">
  <p:cSld name="Diapositiva de equipo de 4 personas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>
            <a:spLocks noGrp="1"/>
          </p:cNvSpPr>
          <p:nvPr>
            <p:ph type="pic" idx="2"/>
          </p:nvPr>
        </p:nvSpPr>
        <p:spPr>
          <a:xfrm>
            <a:off x="1487181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" name="Google Shape;22;p17"/>
          <p:cNvSpPr>
            <a:spLocks noGrp="1"/>
          </p:cNvSpPr>
          <p:nvPr>
            <p:ph type="pic" idx="3"/>
          </p:nvPr>
        </p:nvSpPr>
        <p:spPr>
          <a:xfrm>
            <a:off x="3836914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" name="Google Shape;23;p17"/>
          <p:cNvSpPr>
            <a:spLocks noGrp="1"/>
          </p:cNvSpPr>
          <p:nvPr>
            <p:ph type="pic" idx="4"/>
          </p:nvPr>
        </p:nvSpPr>
        <p:spPr>
          <a:xfrm>
            <a:off x="6327578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" name="Google Shape;24;p17"/>
          <p:cNvSpPr>
            <a:spLocks noGrp="1"/>
          </p:cNvSpPr>
          <p:nvPr>
            <p:ph type="pic" idx="5"/>
          </p:nvPr>
        </p:nvSpPr>
        <p:spPr>
          <a:xfrm>
            <a:off x="8747458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1343248" y="5084524"/>
            <a:ext cx="2123743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6"/>
          </p:nvPr>
        </p:nvSpPr>
        <p:spPr>
          <a:xfrm>
            <a:off x="3692980" y="5099206"/>
            <a:ext cx="2135755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7"/>
          </p:nvPr>
        </p:nvSpPr>
        <p:spPr>
          <a:xfrm>
            <a:off x="6183644" y="5099206"/>
            <a:ext cx="2123743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8"/>
          </p:nvPr>
        </p:nvSpPr>
        <p:spPr>
          <a:xfrm>
            <a:off x="8603525" y="5084524"/>
            <a:ext cx="2123742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9"/>
          </p:nvPr>
        </p:nvSpPr>
        <p:spPr>
          <a:xfrm>
            <a:off x="1487181" y="5464114"/>
            <a:ext cx="1845511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3"/>
          </p:nvPr>
        </p:nvSpPr>
        <p:spPr>
          <a:xfrm>
            <a:off x="3836913" y="5478796"/>
            <a:ext cx="1855949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4"/>
          </p:nvPr>
        </p:nvSpPr>
        <p:spPr>
          <a:xfrm>
            <a:off x="6327577" y="5478796"/>
            <a:ext cx="1845511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5"/>
          </p:nvPr>
        </p:nvSpPr>
        <p:spPr>
          <a:xfrm>
            <a:off x="8747458" y="5464114"/>
            <a:ext cx="184551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36" name="Google Shape;36;p17"/>
          <p:cNvCxnSpPr/>
          <p:nvPr/>
        </p:nvCxnSpPr>
        <p:spPr>
          <a:xfrm rot="10800000">
            <a:off x="7334250" y="0"/>
            <a:ext cx="4857750" cy="762000"/>
          </a:xfrm>
          <a:prstGeom prst="straightConnector1">
            <a:avLst/>
          </a:prstGeom>
          <a:noFill/>
          <a:ln w="9525" cap="flat" cmpd="sng">
            <a:solidFill>
              <a:srgbClr val="C5BEA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" name="Google Shape;37;p17"/>
          <p:cNvCxnSpPr/>
          <p:nvPr/>
        </p:nvCxnSpPr>
        <p:spPr>
          <a:xfrm>
            <a:off x="11487150" y="0"/>
            <a:ext cx="704850" cy="1724025"/>
          </a:xfrm>
          <a:prstGeom prst="straightConnector1">
            <a:avLst/>
          </a:prstGeom>
          <a:noFill/>
          <a:ln w="9525" cap="flat" cmpd="sng">
            <a:solidFill>
              <a:srgbClr val="C5BEA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9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grama" type="obj">
  <p:cSld name="OBJEC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8"/>
          <p:cNvPicPr preferRelativeResize="0"/>
          <p:nvPr/>
        </p:nvPicPr>
        <p:blipFill rotWithShape="1">
          <a:blip r:embed="rId2">
            <a:alphaModFix/>
          </a:blip>
          <a:srcRect t="18301" r="28340" b="23070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8"/>
          <p:cNvSpPr txBox="1"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1"/>
          </p:nvPr>
        </p:nvSpPr>
        <p:spPr>
          <a:xfrm>
            <a:off x="1333499" y="2924175"/>
            <a:ext cx="3171825" cy="25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1333500" y="6356350"/>
            <a:ext cx="9851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2669886" y="6356349"/>
            <a:ext cx="24828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5536305" y="6356350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rtArt">
  <p:cSld name="SmartArt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>
            <a:spLocks noGrp="1"/>
          </p:cNvSpPr>
          <p:nvPr>
            <p:ph type="dgm" idx="2"/>
          </p:nvPr>
        </p:nvSpPr>
        <p:spPr>
          <a:xfrm>
            <a:off x="838200" y="2136776"/>
            <a:ext cx="10515600" cy="369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0" name="Google Shape;50;p19"/>
          <p:cNvCxnSpPr/>
          <p:nvPr/>
        </p:nvCxnSpPr>
        <p:spPr>
          <a:xfrm rot="10800000" flipH="1">
            <a:off x="0" y="0"/>
            <a:ext cx="2590800" cy="76200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" name="Google Shape;51;p19"/>
          <p:cNvCxnSpPr/>
          <p:nvPr/>
        </p:nvCxnSpPr>
        <p:spPr>
          <a:xfrm flipH="1">
            <a:off x="0" y="0"/>
            <a:ext cx="704850" cy="1027906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scala de tiempo">
  <p:cSld name="Escala de tiempo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/>
        </p:nvSpPr>
        <p:spPr>
          <a:xfrm>
            <a:off x="2113884" y="0"/>
            <a:ext cx="10078116" cy="6858000"/>
          </a:xfrm>
          <a:custGeom>
            <a:avLst/>
            <a:gdLst/>
            <a:ahLst/>
            <a:cxnLst/>
            <a:rect l="l" t="t" r="r" b="b"/>
            <a:pathLst>
              <a:path w="10078116" h="6858000" extrusionOk="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148318" y="1481138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cap="none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714375" y="2557463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cap="none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3"/>
          </p:nvPr>
        </p:nvSpPr>
        <p:spPr>
          <a:xfrm>
            <a:off x="1320800" y="3633788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cap="none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4"/>
          </p:nvPr>
        </p:nvSpPr>
        <p:spPr>
          <a:xfrm>
            <a:off x="1905000" y="4710114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cap="none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5"/>
          </p:nvPr>
        </p:nvSpPr>
        <p:spPr>
          <a:xfrm>
            <a:off x="4401535" y="1594478"/>
            <a:ext cx="5539095" cy="101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6"/>
          </p:nvPr>
        </p:nvSpPr>
        <p:spPr>
          <a:xfrm>
            <a:off x="4986028" y="2682564"/>
            <a:ext cx="5539095" cy="101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7"/>
          </p:nvPr>
        </p:nvSpPr>
        <p:spPr>
          <a:xfrm>
            <a:off x="5576937" y="3755394"/>
            <a:ext cx="5539095" cy="101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8"/>
          </p:nvPr>
        </p:nvSpPr>
        <p:spPr>
          <a:xfrm>
            <a:off x="6175279" y="4824430"/>
            <a:ext cx="5539095" cy="101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4" name="Google Shape;64;p20"/>
          <p:cNvCxnSpPr/>
          <p:nvPr/>
        </p:nvCxnSpPr>
        <p:spPr>
          <a:xfrm>
            <a:off x="4353515" y="5023933"/>
            <a:ext cx="1513211" cy="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" name="Google Shape;65;p20"/>
          <p:cNvCxnSpPr/>
          <p:nvPr/>
        </p:nvCxnSpPr>
        <p:spPr>
          <a:xfrm>
            <a:off x="3759917" y="3948451"/>
            <a:ext cx="1513211" cy="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" name="Google Shape;66;p20"/>
          <p:cNvCxnSpPr/>
          <p:nvPr/>
        </p:nvCxnSpPr>
        <p:spPr>
          <a:xfrm>
            <a:off x="3173453" y="2872686"/>
            <a:ext cx="1513211" cy="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" name="Google Shape;67;p20"/>
          <p:cNvCxnSpPr/>
          <p:nvPr/>
        </p:nvCxnSpPr>
        <p:spPr>
          <a:xfrm>
            <a:off x="2586263" y="1796083"/>
            <a:ext cx="1513211" cy="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6155823" y="6356350"/>
            <a:ext cx="18087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10810874" y="6356350"/>
            <a:ext cx="5429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contenido 3">
  <p:cSld name="Columna de contenido 3">
    <p:bg>
      <p:bgPr>
        <a:solidFill>
          <a:schemeClr val="accent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1485900" y="2563123"/>
            <a:ext cx="40319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1485664" y="3070348"/>
            <a:ext cx="4031030" cy="105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body" idx="3"/>
          </p:nvPr>
        </p:nvSpPr>
        <p:spPr>
          <a:xfrm>
            <a:off x="6673004" y="2563123"/>
            <a:ext cx="40319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4"/>
          </p:nvPr>
        </p:nvSpPr>
        <p:spPr>
          <a:xfrm>
            <a:off x="6673143" y="3070348"/>
            <a:ext cx="4031030" cy="105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5"/>
          </p:nvPr>
        </p:nvSpPr>
        <p:spPr>
          <a:xfrm>
            <a:off x="1485899" y="4319431"/>
            <a:ext cx="40319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6"/>
          </p:nvPr>
        </p:nvSpPr>
        <p:spPr>
          <a:xfrm>
            <a:off x="1486412" y="4826656"/>
            <a:ext cx="4031030" cy="105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7"/>
          </p:nvPr>
        </p:nvSpPr>
        <p:spPr>
          <a:xfrm>
            <a:off x="6672630" y="4319431"/>
            <a:ext cx="40319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8"/>
          </p:nvPr>
        </p:nvSpPr>
        <p:spPr>
          <a:xfrm>
            <a:off x="6673143" y="4826656"/>
            <a:ext cx="4031030" cy="1057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84" name="Google Shape;84;p21"/>
          <p:cNvCxnSpPr/>
          <p:nvPr/>
        </p:nvCxnSpPr>
        <p:spPr>
          <a:xfrm>
            <a:off x="8688388" y="0"/>
            <a:ext cx="3503612" cy="235295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" name="Google Shape;85;p21"/>
          <p:cNvCxnSpPr/>
          <p:nvPr/>
        </p:nvCxnSpPr>
        <p:spPr>
          <a:xfrm>
            <a:off x="9720943" y="0"/>
            <a:ext cx="2471057" cy="269903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6" name="Google Shape;8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3953"/>
            <a:ext cx="20574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9000" y="5180889"/>
            <a:ext cx="11430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contenido 2">
  <p:cSld name="Columna de contenido 2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5922254" y="1530635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5921828" y="1860060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3"/>
          </p:nvPr>
        </p:nvSpPr>
        <p:spPr>
          <a:xfrm>
            <a:off x="5922254" y="2630431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4"/>
          </p:nvPr>
        </p:nvSpPr>
        <p:spPr>
          <a:xfrm>
            <a:off x="5921828" y="2959856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5"/>
          </p:nvPr>
        </p:nvSpPr>
        <p:spPr>
          <a:xfrm>
            <a:off x="5922254" y="3730227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6"/>
          </p:nvPr>
        </p:nvSpPr>
        <p:spPr>
          <a:xfrm>
            <a:off x="5921828" y="4059652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7"/>
          </p:nvPr>
        </p:nvSpPr>
        <p:spPr>
          <a:xfrm>
            <a:off x="5920106" y="4830024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8"/>
          </p:nvPr>
        </p:nvSpPr>
        <p:spPr>
          <a:xfrm>
            <a:off x="5919680" y="5159449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dt" idx="10"/>
          </p:nvPr>
        </p:nvSpPr>
        <p:spPr>
          <a:xfrm>
            <a:off x="5919680" y="6356350"/>
            <a:ext cx="9475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ftr" idx="11"/>
          </p:nvPr>
        </p:nvSpPr>
        <p:spPr>
          <a:xfrm>
            <a:off x="7161955" y="6356350"/>
            <a:ext cx="32439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101" name="Google Shape;101;p22"/>
          <p:cNvPicPr preferRelativeResize="0"/>
          <p:nvPr/>
        </p:nvPicPr>
        <p:blipFill rotWithShape="1">
          <a:blip r:embed="rId2">
            <a:alphaModFix/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ción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105" name="Google Shape;105;p23"/>
          <p:cNvCxnSpPr/>
          <p:nvPr/>
        </p:nvCxnSpPr>
        <p:spPr>
          <a:xfrm>
            <a:off x="9096375" y="1497012"/>
            <a:ext cx="3095625" cy="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6" name="Google Shape;106;p23"/>
          <p:cNvCxnSpPr/>
          <p:nvPr/>
        </p:nvCxnSpPr>
        <p:spPr>
          <a:xfrm flipH="1">
            <a:off x="6953250" y="-25401"/>
            <a:ext cx="3790950" cy="6902451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ftr" idx="11"/>
          </p:nvPr>
        </p:nvSpPr>
        <p:spPr>
          <a:xfrm>
            <a:off x="5224463" y="6356350"/>
            <a:ext cx="1743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">
  <p:cSld name="Cita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581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3" name="Google Shape;113;p24"/>
          <p:cNvCxnSpPr/>
          <p:nvPr/>
        </p:nvCxnSpPr>
        <p:spPr>
          <a:xfrm rot="10800000" flipH="1">
            <a:off x="2209800" y="0"/>
            <a:ext cx="2438400" cy="685800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24"/>
          <p:cNvSpPr txBox="1">
            <a:spLocks noGrp="1"/>
          </p:cNvSpPr>
          <p:nvPr>
            <p:ph type="body" idx="1"/>
          </p:nvPr>
        </p:nvSpPr>
        <p:spPr>
          <a:xfrm>
            <a:off x="5922254" y="2469515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2"/>
          </p:nvPr>
        </p:nvSpPr>
        <p:spPr>
          <a:xfrm>
            <a:off x="5921828" y="2798940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3"/>
          </p:nvPr>
        </p:nvSpPr>
        <p:spPr>
          <a:xfrm>
            <a:off x="5922254" y="3569311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4"/>
          </p:nvPr>
        </p:nvSpPr>
        <p:spPr>
          <a:xfrm>
            <a:off x="5921828" y="3898736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5"/>
          </p:nvPr>
        </p:nvSpPr>
        <p:spPr>
          <a:xfrm>
            <a:off x="5922254" y="4669107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body" idx="6"/>
          </p:nvPr>
        </p:nvSpPr>
        <p:spPr>
          <a:xfrm>
            <a:off x="5921828" y="4998532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dt" idx="10"/>
          </p:nvPr>
        </p:nvSpPr>
        <p:spPr>
          <a:xfrm>
            <a:off x="5919680" y="6356350"/>
            <a:ext cx="9475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ftr" idx="11"/>
          </p:nvPr>
        </p:nvSpPr>
        <p:spPr>
          <a:xfrm>
            <a:off x="7161955" y="6356350"/>
            <a:ext cx="32439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sldNum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tres">
  <p:cSld name="Contenido tres"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2"/>
          </p:nvPr>
        </p:nvSpPr>
        <p:spPr>
          <a:xfrm>
            <a:off x="1243104" y="3834606"/>
            <a:ext cx="2882475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3"/>
          </p:nvPr>
        </p:nvSpPr>
        <p:spPr>
          <a:xfrm>
            <a:off x="4647665" y="2776936"/>
            <a:ext cx="289667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4"/>
          </p:nvPr>
        </p:nvSpPr>
        <p:spPr>
          <a:xfrm>
            <a:off x="4647665" y="3834606"/>
            <a:ext cx="2896671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5"/>
          </p:nvPr>
        </p:nvSpPr>
        <p:spPr>
          <a:xfrm>
            <a:off x="8066421" y="2776936"/>
            <a:ext cx="2882475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6"/>
          </p:nvPr>
        </p:nvSpPr>
        <p:spPr>
          <a:xfrm>
            <a:off x="8066421" y="3834606"/>
            <a:ext cx="2882475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134" name="Google Shape;134;p25"/>
          <p:cNvCxnSpPr/>
          <p:nvPr/>
        </p:nvCxnSpPr>
        <p:spPr>
          <a:xfrm flipH="1">
            <a:off x="0" y="0"/>
            <a:ext cx="1238250" cy="310515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" name="Google Shape;135;p25"/>
          <p:cNvCxnSpPr/>
          <p:nvPr/>
        </p:nvCxnSpPr>
        <p:spPr>
          <a:xfrm flipH="1">
            <a:off x="0" y="0"/>
            <a:ext cx="2238376" cy="2476500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tiva de mercados">
  <p:cSld name="Comparativa de mercados">
    <p:bg>
      <p:bgPr>
        <a:solidFill>
          <a:schemeClr val="accent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body" idx="1"/>
          </p:nvPr>
        </p:nvSpPr>
        <p:spPr>
          <a:xfrm>
            <a:off x="2063855" y="3064615"/>
            <a:ext cx="124097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000"/>
              <a:buNone/>
              <a:defRPr sz="4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2"/>
          </p:nvPr>
        </p:nvSpPr>
        <p:spPr>
          <a:xfrm>
            <a:off x="5475514" y="3064615"/>
            <a:ext cx="124097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000"/>
              <a:buNone/>
              <a:defRPr sz="4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3"/>
          </p:nvPr>
        </p:nvSpPr>
        <p:spPr>
          <a:xfrm>
            <a:off x="8887174" y="3064615"/>
            <a:ext cx="124097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4000"/>
              <a:buNone/>
              <a:defRPr sz="40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body" idx="4"/>
          </p:nvPr>
        </p:nvSpPr>
        <p:spPr>
          <a:xfrm>
            <a:off x="1129698" y="4824188"/>
            <a:ext cx="3124093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5"/>
          </p:nvPr>
        </p:nvSpPr>
        <p:spPr>
          <a:xfrm>
            <a:off x="4526261" y="4824188"/>
            <a:ext cx="3139479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cap="none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6"/>
          </p:nvPr>
        </p:nvSpPr>
        <p:spPr>
          <a:xfrm>
            <a:off x="7938210" y="4824188"/>
            <a:ext cx="3124093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cap="none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5141" y="2358007"/>
            <a:ext cx="24384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0625" y="2531837"/>
            <a:ext cx="21907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5608" y="2421056"/>
            <a:ext cx="23241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>
            <a:spLocks noGrp="1"/>
          </p:cNvSpPr>
          <p:nvPr>
            <p:ph type="body" idx="7"/>
          </p:nvPr>
        </p:nvSpPr>
        <p:spPr>
          <a:xfrm>
            <a:off x="1129698" y="5280763"/>
            <a:ext cx="3124093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cap="none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8"/>
          </p:nvPr>
        </p:nvSpPr>
        <p:spPr>
          <a:xfrm>
            <a:off x="4526261" y="5280763"/>
            <a:ext cx="3139479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cap="none">
                <a:solidFill>
                  <a:srgbClr val="3F3F3F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cap="none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9"/>
          </p:nvPr>
        </p:nvSpPr>
        <p:spPr>
          <a:xfrm>
            <a:off x="7938210" y="5280763"/>
            <a:ext cx="3124093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cap="none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dos" type="twoTxTwoObj">
  <p:cSld name="TWO_OBJECTS_WITH_TEXT">
    <p:bg>
      <p:bgPr>
        <a:solidFill>
          <a:schemeClr val="accen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2933700" y="3834606"/>
            <a:ext cx="3924300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body" idx="3"/>
          </p:nvPr>
        </p:nvSpPr>
        <p:spPr>
          <a:xfrm>
            <a:off x="7410173" y="2776936"/>
            <a:ext cx="394362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4"/>
          </p:nvPr>
        </p:nvSpPr>
        <p:spPr>
          <a:xfrm>
            <a:off x="7410173" y="3834606"/>
            <a:ext cx="3943627" cy="199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>
  <p:cSld name="Cierre">
    <p:bg>
      <p:bgPr>
        <a:solidFill>
          <a:schemeClr val="accent2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  <a:defRPr sz="32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8" name="Google Shape;178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>
            <a:spLocks noGrp="1"/>
          </p:cNvSpPr>
          <p:nvPr>
            <p:ph type="dt" idx="10"/>
          </p:nvPr>
        </p:nvSpPr>
        <p:spPr>
          <a:xfrm>
            <a:off x="4267200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ftr" idx="11"/>
          </p:nvPr>
        </p:nvSpPr>
        <p:spPr>
          <a:xfrm>
            <a:off x="6479721" y="6356350"/>
            <a:ext cx="26615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lto de sección">
  <p:cSld name="Salto de sección">
    <p:bg>
      <p:bgPr>
        <a:solidFill>
          <a:schemeClr val="accent2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onograma 2">
  <p:cSld name="Cronograma 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0" y="3057683"/>
            <a:ext cx="12191998" cy="20101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body" idx="1"/>
          </p:nvPr>
        </p:nvSpPr>
        <p:spPr>
          <a:xfrm>
            <a:off x="914399" y="33547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body" idx="2"/>
          </p:nvPr>
        </p:nvSpPr>
        <p:spPr>
          <a:xfrm>
            <a:off x="196596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3"/>
          </p:nvPr>
        </p:nvSpPr>
        <p:spPr>
          <a:xfrm>
            <a:off x="275388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1"/>
          <p:cNvSpPr txBox="1">
            <a:spLocks noGrp="1"/>
          </p:cNvSpPr>
          <p:nvPr>
            <p:ph type="body" idx="4"/>
          </p:nvPr>
        </p:nvSpPr>
        <p:spPr>
          <a:xfrm>
            <a:off x="354180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5"/>
          </p:nvPr>
        </p:nvSpPr>
        <p:spPr>
          <a:xfrm>
            <a:off x="432972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6"/>
          </p:nvPr>
        </p:nvSpPr>
        <p:spPr>
          <a:xfrm>
            <a:off x="914400" y="4292468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7"/>
          </p:nvPr>
        </p:nvSpPr>
        <p:spPr>
          <a:xfrm>
            <a:off x="511764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8"/>
          </p:nvPr>
        </p:nvSpPr>
        <p:spPr>
          <a:xfrm>
            <a:off x="590556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9"/>
          </p:nvPr>
        </p:nvSpPr>
        <p:spPr>
          <a:xfrm>
            <a:off x="669348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body" idx="13"/>
          </p:nvPr>
        </p:nvSpPr>
        <p:spPr>
          <a:xfrm>
            <a:off x="905724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body" idx="14"/>
          </p:nvPr>
        </p:nvSpPr>
        <p:spPr>
          <a:xfrm>
            <a:off x="748140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15"/>
          </p:nvPr>
        </p:nvSpPr>
        <p:spPr>
          <a:xfrm>
            <a:off x="826932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body" idx="16"/>
          </p:nvPr>
        </p:nvSpPr>
        <p:spPr>
          <a:xfrm>
            <a:off x="9845160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17"/>
          </p:nvPr>
        </p:nvSpPr>
        <p:spPr>
          <a:xfrm>
            <a:off x="10633085" y="3502152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body" idx="18"/>
          </p:nvPr>
        </p:nvSpPr>
        <p:spPr>
          <a:xfrm>
            <a:off x="1969915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19"/>
          </p:nvPr>
        </p:nvSpPr>
        <p:spPr>
          <a:xfrm>
            <a:off x="2757602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20"/>
          </p:nvPr>
        </p:nvSpPr>
        <p:spPr>
          <a:xfrm>
            <a:off x="3545289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21"/>
          </p:nvPr>
        </p:nvSpPr>
        <p:spPr>
          <a:xfrm>
            <a:off x="4332976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22"/>
          </p:nvPr>
        </p:nvSpPr>
        <p:spPr>
          <a:xfrm>
            <a:off x="5120663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body" idx="23"/>
          </p:nvPr>
        </p:nvSpPr>
        <p:spPr>
          <a:xfrm>
            <a:off x="5908350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24"/>
          </p:nvPr>
        </p:nvSpPr>
        <p:spPr>
          <a:xfrm>
            <a:off x="6696037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25"/>
          </p:nvPr>
        </p:nvSpPr>
        <p:spPr>
          <a:xfrm>
            <a:off x="9059098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body" idx="26"/>
          </p:nvPr>
        </p:nvSpPr>
        <p:spPr>
          <a:xfrm>
            <a:off x="7483724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27"/>
          </p:nvPr>
        </p:nvSpPr>
        <p:spPr>
          <a:xfrm>
            <a:off x="8271411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body" idx="28"/>
          </p:nvPr>
        </p:nvSpPr>
        <p:spPr>
          <a:xfrm>
            <a:off x="9846785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29"/>
          </p:nvPr>
        </p:nvSpPr>
        <p:spPr>
          <a:xfrm>
            <a:off x="10634472" y="4425696"/>
            <a:ext cx="640080" cy="20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/>
          <p:nvPr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rgbClr val="E2B0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equipo de 8 personas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2"/>
          <p:cNvSpPr>
            <a:spLocks noGrp="1"/>
          </p:cNvSpPr>
          <p:nvPr>
            <p:ph type="pic" idx="2"/>
          </p:nvPr>
        </p:nvSpPr>
        <p:spPr>
          <a:xfrm>
            <a:off x="1877176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1" name="Google Shape;221;p32"/>
          <p:cNvSpPr>
            <a:spLocks noGrp="1"/>
          </p:cNvSpPr>
          <p:nvPr>
            <p:ph type="pic" idx="3"/>
          </p:nvPr>
        </p:nvSpPr>
        <p:spPr>
          <a:xfrm>
            <a:off x="4226270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2" name="Google Shape;222;p32"/>
          <p:cNvSpPr>
            <a:spLocks noGrp="1"/>
          </p:cNvSpPr>
          <p:nvPr>
            <p:ph type="pic" idx="4"/>
          </p:nvPr>
        </p:nvSpPr>
        <p:spPr>
          <a:xfrm>
            <a:off x="6716934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3" name="Google Shape;223;p32"/>
          <p:cNvSpPr>
            <a:spLocks noGrp="1"/>
          </p:cNvSpPr>
          <p:nvPr>
            <p:ph type="pic" idx="5"/>
          </p:nvPr>
        </p:nvSpPr>
        <p:spPr>
          <a:xfrm>
            <a:off x="9136814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4" name="Google Shape;224;p32"/>
          <p:cNvSpPr txBox="1"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body" idx="6"/>
          </p:nvPr>
        </p:nvSpPr>
        <p:spPr>
          <a:xfrm>
            <a:off x="1390120" y="3782039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body" idx="7"/>
          </p:nvPr>
        </p:nvSpPr>
        <p:spPr>
          <a:xfrm>
            <a:off x="3849262" y="3669060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body" idx="8"/>
          </p:nvPr>
        </p:nvSpPr>
        <p:spPr>
          <a:xfrm>
            <a:off x="3739214" y="3796721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9"/>
          </p:nvPr>
        </p:nvSpPr>
        <p:spPr>
          <a:xfrm>
            <a:off x="6339926" y="3669060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body" idx="13"/>
          </p:nvPr>
        </p:nvSpPr>
        <p:spPr>
          <a:xfrm>
            <a:off x="6217963" y="3796721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body" idx="14"/>
          </p:nvPr>
        </p:nvSpPr>
        <p:spPr>
          <a:xfrm>
            <a:off x="8759806" y="3654378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body" idx="15"/>
          </p:nvPr>
        </p:nvSpPr>
        <p:spPr>
          <a:xfrm>
            <a:off x="8634432" y="3782039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2" name="Google Shape;232;p32"/>
          <p:cNvSpPr>
            <a:spLocks noGrp="1"/>
          </p:cNvSpPr>
          <p:nvPr>
            <p:ph type="pic" idx="16"/>
          </p:nvPr>
        </p:nvSpPr>
        <p:spPr>
          <a:xfrm>
            <a:off x="1877176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3" name="Google Shape;233;p32"/>
          <p:cNvSpPr>
            <a:spLocks noGrp="1"/>
          </p:cNvSpPr>
          <p:nvPr>
            <p:ph type="pic" idx="17"/>
          </p:nvPr>
        </p:nvSpPr>
        <p:spPr>
          <a:xfrm>
            <a:off x="4226270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4" name="Google Shape;234;p32"/>
          <p:cNvSpPr>
            <a:spLocks noGrp="1"/>
          </p:cNvSpPr>
          <p:nvPr>
            <p:ph type="pic" idx="18"/>
          </p:nvPr>
        </p:nvSpPr>
        <p:spPr>
          <a:xfrm>
            <a:off x="6716934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5" name="Google Shape;235;p32"/>
          <p:cNvSpPr>
            <a:spLocks noGrp="1"/>
          </p:cNvSpPr>
          <p:nvPr>
            <p:ph type="pic" idx="19"/>
          </p:nvPr>
        </p:nvSpPr>
        <p:spPr>
          <a:xfrm>
            <a:off x="9136814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36" name="Google Shape;236;p32"/>
          <p:cNvSpPr txBox="1">
            <a:spLocks noGrp="1"/>
          </p:cNvSpPr>
          <p:nvPr>
            <p:ph type="body" idx="20"/>
          </p:nvPr>
        </p:nvSpPr>
        <p:spPr>
          <a:xfrm>
            <a:off x="1500168" y="5513214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7" name="Google Shape;237;p32"/>
          <p:cNvSpPr txBox="1">
            <a:spLocks noGrp="1"/>
          </p:cNvSpPr>
          <p:nvPr>
            <p:ph type="body" idx="21"/>
          </p:nvPr>
        </p:nvSpPr>
        <p:spPr>
          <a:xfrm>
            <a:off x="1390120" y="5640875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8" name="Google Shape;238;p32"/>
          <p:cNvSpPr txBox="1">
            <a:spLocks noGrp="1"/>
          </p:cNvSpPr>
          <p:nvPr>
            <p:ph type="body" idx="22"/>
          </p:nvPr>
        </p:nvSpPr>
        <p:spPr>
          <a:xfrm>
            <a:off x="3849262" y="5527896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23"/>
          </p:nvPr>
        </p:nvSpPr>
        <p:spPr>
          <a:xfrm>
            <a:off x="3739214" y="5655557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0" name="Google Shape;240;p32"/>
          <p:cNvSpPr txBox="1">
            <a:spLocks noGrp="1"/>
          </p:cNvSpPr>
          <p:nvPr>
            <p:ph type="body" idx="24"/>
          </p:nvPr>
        </p:nvSpPr>
        <p:spPr>
          <a:xfrm>
            <a:off x="6339926" y="5527896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body" idx="25"/>
          </p:nvPr>
        </p:nvSpPr>
        <p:spPr>
          <a:xfrm>
            <a:off x="6229878" y="5655557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body" idx="26"/>
          </p:nvPr>
        </p:nvSpPr>
        <p:spPr>
          <a:xfrm>
            <a:off x="8759806" y="5513214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body" idx="27"/>
          </p:nvPr>
        </p:nvSpPr>
        <p:spPr>
          <a:xfrm>
            <a:off x="8634432" y="5640875"/>
            <a:ext cx="2057400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247" name="Google Shape;24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73953"/>
            <a:ext cx="20574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9000" y="5180889"/>
            <a:ext cx="11430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 3">
  <p:cSld name="Contenido  3"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1"/>
          </p:nvPr>
        </p:nvSpPr>
        <p:spPr>
          <a:xfrm>
            <a:off x="1075447" y="2370670"/>
            <a:ext cx="185623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body" idx="2"/>
          </p:nvPr>
        </p:nvSpPr>
        <p:spPr>
          <a:xfrm>
            <a:off x="838200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body" idx="3"/>
          </p:nvPr>
        </p:nvSpPr>
        <p:spPr>
          <a:xfrm>
            <a:off x="838200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body" idx="4"/>
          </p:nvPr>
        </p:nvSpPr>
        <p:spPr>
          <a:xfrm>
            <a:off x="838200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33"/>
          <p:cNvSpPr txBox="1">
            <a:spLocks noGrp="1"/>
          </p:cNvSpPr>
          <p:nvPr>
            <p:ph type="body" idx="5"/>
          </p:nvPr>
        </p:nvSpPr>
        <p:spPr>
          <a:xfrm>
            <a:off x="3805651" y="2370670"/>
            <a:ext cx="185623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body" idx="6"/>
          </p:nvPr>
        </p:nvSpPr>
        <p:spPr>
          <a:xfrm>
            <a:off x="3562665" y="3788813"/>
            <a:ext cx="2342205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7" name="Google Shape;257;p33"/>
          <p:cNvSpPr txBox="1">
            <a:spLocks noGrp="1"/>
          </p:cNvSpPr>
          <p:nvPr>
            <p:ph type="body" idx="7"/>
          </p:nvPr>
        </p:nvSpPr>
        <p:spPr>
          <a:xfrm>
            <a:off x="3562665" y="4464810"/>
            <a:ext cx="2342205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body" idx="8"/>
          </p:nvPr>
        </p:nvSpPr>
        <p:spPr>
          <a:xfrm>
            <a:off x="3562665" y="5120722"/>
            <a:ext cx="2342205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body" idx="9"/>
          </p:nvPr>
        </p:nvSpPr>
        <p:spPr>
          <a:xfrm>
            <a:off x="6530117" y="2370670"/>
            <a:ext cx="185623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3"/>
          <p:cNvSpPr txBox="1">
            <a:spLocks noGrp="1"/>
          </p:cNvSpPr>
          <p:nvPr>
            <p:ph type="body" idx="13"/>
          </p:nvPr>
        </p:nvSpPr>
        <p:spPr>
          <a:xfrm>
            <a:off x="6298609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body" idx="14"/>
          </p:nvPr>
        </p:nvSpPr>
        <p:spPr>
          <a:xfrm>
            <a:off x="6298609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body" idx="15"/>
          </p:nvPr>
        </p:nvSpPr>
        <p:spPr>
          <a:xfrm>
            <a:off x="6298609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body" idx="16"/>
          </p:nvPr>
        </p:nvSpPr>
        <p:spPr>
          <a:xfrm>
            <a:off x="9260321" y="2370670"/>
            <a:ext cx="185623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050"/>
              <a:buNone/>
              <a:defRPr sz="10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body" idx="17"/>
          </p:nvPr>
        </p:nvSpPr>
        <p:spPr>
          <a:xfrm>
            <a:off x="9023074" y="3788457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body" idx="18"/>
          </p:nvPr>
        </p:nvSpPr>
        <p:spPr>
          <a:xfrm>
            <a:off x="9023074" y="4464454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cxnSp>
        <p:nvCxnSpPr>
          <p:cNvPr id="266" name="Google Shape;266;p33"/>
          <p:cNvCxnSpPr/>
          <p:nvPr/>
        </p:nvCxnSpPr>
        <p:spPr>
          <a:xfrm flipH="1">
            <a:off x="0" y="0"/>
            <a:ext cx="1238250" cy="1328057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7" name="Google Shape;267;p33"/>
          <p:cNvCxnSpPr/>
          <p:nvPr/>
        </p:nvCxnSpPr>
        <p:spPr>
          <a:xfrm flipH="1">
            <a:off x="0" y="0"/>
            <a:ext cx="3790950" cy="892177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8" name="Google Shape;268;p33"/>
          <p:cNvSpPr txBox="1">
            <a:spLocks noGrp="1"/>
          </p:cNvSpPr>
          <p:nvPr>
            <p:ph type="body" idx="19"/>
          </p:nvPr>
        </p:nvSpPr>
        <p:spPr>
          <a:xfrm>
            <a:off x="9023074" y="5120366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en">
  <p:cSld name="Resumen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34"/>
          <p:cNvSpPr txBox="1"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275" name="Google Shape;275;p34"/>
          <p:cNvCxnSpPr/>
          <p:nvPr/>
        </p:nvCxnSpPr>
        <p:spPr>
          <a:xfrm rot="10800000">
            <a:off x="0" y="876300"/>
            <a:ext cx="4762500" cy="1628775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4"/>
          <p:cNvCxnSpPr/>
          <p:nvPr/>
        </p:nvCxnSpPr>
        <p:spPr>
          <a:xfrm rot="10800000">
            <a:off x="2638425" y="0"/>
            <a:ext cx="2124076" cy="5186363"/>
          </a:xfrm>
          <a:prstGeom prst="straightConnector1">
            <a:avLst/>
          </a:prstGeom>
          <a:noFill/>
          <a:ln w="9525" cap="flat" cmpd="sng">
            <a:solidFill>
              <a:srgbClr val="E2B0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7" name="Google Shape;2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"/>
          <p:cNvSpPr txBox="1"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</a:pPr>
            <a:r>
              <a:rPr lang="es-ES"/>
              <a:t>KICKOF PROYECTO XXX</a:t>
            </a:r>
            <a:endParaRPr/>
          </a:p>
        </p:txBody>
      </p:sp>
      <p:sp>
        <p:nvSpPr>
          <p:cNvPr id="286" name="Google Shape;286;p1"/>
          <p:cNvSpPr txBox="1"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</a:pPr>
            <a:r>
              <a:rPr lang="es-ES"/>
              <a:t>Nombre de la empresa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/>
              <a:t>QUIÉNES SOMOS</a:t>
            </a:r>
            <a:endParaRPr/>
          </a:p>
        </p:txBody>
      </p:sp>
      <p:pic>
        <p:nvPicPr>
          <p:cNvPr id="293" name="Google Shape;293;p2" descr="Primer plano de una persona del equipo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87181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294" name="Google Shape;294;p2" descr="Primer plano de una persona del equipo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3836914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295" name="Google Shape;295;p2" descr="Primer plano de una persona del equipo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6327578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296" name="Google Shape;296;p2" descr="Primer plano de una persona del equipo"/>
          <p:cNvPicPr preferRelativeResize="0">
            <a:picLocks noGrp="1"/>
          </p:cNvPicPr>
          <p:nvPr>
            <p:ph type="pic" idx="5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8747458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297" name="Google Shape;297;p2"/>
          <p:cNvSpPr txBox="1">
            <a:spLocks noGrp="1"/>
          </p:cNvSpPr>
          <p:nvPr>
            <p:ph type="body" idx="1"/>
          </p:nvPr>
        </p:nvSpPr>
        <p:spPr>
          <a:xfrm>
            <a:off x="1343248" y="5084524"/>
            <a:ext cx="2123743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TAKUMA HAYASHI​</a:t>
            </a:r>
            <a:endParaRPr/>
          </a:p>
        </p:txBody>
      </p:sp>
      <p:sp>
        <p:nvSpPr>
          <p:cNvPr id="298" name="Google Shape;298;p2"/>
          <p:cNvSpPr txBox="1">
            <a:spLocks noGrp="1"/>
          </p:cNvSpPr>
          <p:nvPr>
            <p:ph type="body" idx="6"/>
          </p:nvPr>
        </p:nvSpPr>
        <p:spPr>
          <a:xfrm>
            <a:off x="3692980" y="5099206"/>
            <a:ext cx="2135755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MIRJAM NILSSON​</a:t>
            </a:r>
            <a:endParaRPr/>
          </a:p>
        </p:txBody>
      </p:sp>
      <p:sp>
        <p:nvSpPr>
          <p:cNvPr id="299" name="Google Shape;299;p2"/>
          <p:cNvSpPr txBox="1">
            <a:spLocks noGrp="1"/>
          </p:cNvSpPr>
          <p:nvPr>
            <p:ph type="body" idx="7"/>
          </p:nvPr>
        </p:nvSpPr>
        <p:spPr>
          <a:xfrm>
            <a:off x="6183644" y="5099206"/>
            <a:ext cx="2123743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FLORA BERGGREN​</a:t>
            </a:r>
            <a:endParaRPr/>
          </a:p>
        </p:txBody>
      </p:sp>
      <p:sp>
        <p:nvSpPr>
          <p:cNvPr id="300" name="Google Shape;300;p2"/>
          <p:cNvSpPr txBox="1">
            <a:spLocks noGrp="1"/>
          </p:cNvSpPr>
          <p:nvPr>
            <p:ph type="body" idx="8"/>
          </p:nvPr>
        </p:nvSpPr>
        <p:spPr>
          <a:xfrm>
            <a:off x="8603525" y="5084524"/>
            <a:ext cx="2123742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RAJESH SANTOSHI​</a:t>
            </a:r>
            <a:endParaRPr/>
          </a:p>
        </p:txBody>
      </p:sp>
      <p:sp>
        <p:nvSpPr>
          <p:cNvPr id="301" name="Google Shape;301;p2"/>
          <p:cNvSpPr txBox="1">
            <a:spLocks noGrp="1"/>
          </p:cNvSpPr>
          <p:nvPr>
            <p:ph type="body" idx="9"/>
          </p:nvPr>
        </p:nvSpPr>
        <p:spPr>
          <a:xfrm>
            <a:off x="1487181" y="5464114"/>
            <a:ext cx="1845511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</a:pPr>
            <a:r>
              <a:rPr lang="es-ES"/>
              <a:t>Presidente</a:t>
            </a:r>
            <a:endParaRPr/>
          </a:p>
        </p:txBody>
      </p:sp>
      <p:sp>
        <p:nvSpPr>
          <p:cNvPr id="302" name="Google Shape;302;p2"/>
          <p:cNvSpPr txBox="1">
            <a:spLocks noGrp="1"/>
          </p:cNvSpPr>
          <p:nvPr>
            <p:ph type="body" idx="13"/>
          </p:nvPr>
        </p:nvSpPr>
        <p:spPr>
          <a:xfrm>
            <a:off x="3836913" y="5478796"/>
            <a:ext cx="1855949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</a:pPr>
            <a:r>
              <a:rPr lang="es-ES"/>
              <a:t>Directora ejecutiva</a:t>
            </a:r>
            <a:endParaRPr/>
          </a:p>
        </p:txBody>
      </p:sp>
      <p:sp>
        <p:nvSpPr>
          <p:cNvPr id="303" name="Google Shape;303;p2"/>
          <p:cNvSpPr txBox="1">
            <a:spLocks noGrp="1"/>
          </p:cNvSpPr>
          <p:nvPr>
            <p:ph type="body" idx="14"/>
          </p:nvPr>
        </p:nvSpPr>
        <p:spPr>
          <a:xfrm>
            <a:off x="6014211" y="5478796"/>
            <a:ext cx="2472244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</a:pPr>
            <a:r>
              <a:rPr lang="es-ES"/>
              <a:t>Directora de operaciones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</a:pPr>
            <a:endParaRPr/>
          </a:p>
        </p:txBody>
      </p:sp>
      <p:sp>
        <p:nvSpPr>
          <p:cNvPr id="304" name="Google Shape;304;p2"/>
          <p:cNvSpPr txBox="1">
            <a:spLocks noGrp="1"/>
          </p:cNvSpPr>
          <p:nvPr>
            <p:ph type="body" idx="15"/>
          </p:nvPr>
        </p:nvSpPr>
        <p:spPr>
          <a:xfrm>
            <a:off x="8428637" y="5464114"/>
            <a:ext cx="2483152" cy="34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</a:pPr>
            <a:r>
              <a:rPr lang="es-ES"/>
              <a:t>Vicepresidente de marketing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</a:pPr>
            <a:endParaRPr/>
          </a:p>
        </p:txBody>
      </p:sp>
      <p:sp>
        <p:nvSpPr>
          <p:cNvPr id="305" name="Google Shape;30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06" name="Google Shape;30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"/>
          <p:cNvSpPr txBox="1"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/>
              <a:t>PARTICIPANTES</a:t>
            </a:r>
            <a:endParaRPr/>
          </a:p>
        </p:txBody>
      </p:sp>
      <p:sp>
        <p:nvSpPr>
          <p:cNvPr id="313" name="Google Shape;313;p3"/>
          <p:cNvSpPr txBox="1">
            <a:spLocks noGrp="1"/>
          </p:cNvSpPr>
          <p:nvPr>
            <p:ph type="body" idx="1"/>
          </p:nvPr>
        </p:nvSpPr>
        <p:spPr>
          <a:xfrm>
            <a:off x="1333499" y="2924175"/>
            <a:ext cx="3171825" cy="25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Cliente: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Empresa o equipo:</a:t>
            </a:r>
            <a:endParaRPr/>
          </a:p>
        </p:txBody>
      </p:sp>
      <p:sp>
        <p:nvSpPr>
          <p:cNvPr id="314" name="Google Shape;314;p3"/>
          <p:cNvSpPr txBox="1">
            <a:spLocks noGrp="1"/>
          </p:cNvSpPr>
          <p:nvPr>
            <p:ph type="dt" idx="10"/>
          </p:nvPr>
        </p:nvSpPr>
        <p:spPr>
          <a:xfrm>
            <a:off x="1333500" y="6356350"/>
            <a:ext cx="9851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15" name="Google Shape;315;p3"/>
          <p:cNvSpPr txBox="1">
            <a:spLocks noGrp="1"/>
          </p:cNvSpPr>
          <p:nvPr>
            <p:ph type="sldNum" idx="12"/>
          </p:nvPr>
        </p:nvSpPr>
        <p:spPr>
          <a:xfrm>
            <a:off x="5536305" y="6356350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"/>
          <p:cNvSpPr>
            <a:spLocks noGrp="1"/>
          </p:cNvSpPr>
          <p:nvPr>
            <p:ph type="dgm" idx="2"/>
          </p:nvPr>
        </p:nvSpPr>
        <p:spPr>
          <a:xfrm>
            <a:off x="838200" y="2136776"/>
            <a:ext cx="10515600" cy="369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</a:pPr>
            <a:r>
              <a:rPr lang="es-ES"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Objetivo del proyecto</a:t>
            </a:r>
            <a:endParaRPr/>
          </a:p>
        </p:txBody>
      </p:sp>
      <p:sp>
        <p:nvSpPr>
          <p:cNvPr id="321" name="Google Shape;32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/>
              <a:t>PROPÓSITO</a:t>
            </a:r>
            <a:endParaRPr/>
          </a:p>
        </p:txBody>
      </p:sp>
      <p:sp>
        <p:nvSpPr>
          <p:cNvPr id="322" name="Google Shape;3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23" name="Google Shape;32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 dirty="0"/>
              <a:t>ALCANCE</a:t>
            </a:r>
            <a:endParaRPr dirty="0"/>
          </a:p>
        </p:txBody>
      </p:sp>
      <p:sp>
        <p:nvSpPr>
          <p:cNvPr id="339" name="Google Shape;3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40" name="Google Shape;3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341" name="Google Shape;341;p6"/>
          <p:cNvSpPr txBox="1"/>
          <p:nvPr/>
        </p:nvSpPr>
        <p:spPr>
          <a:xfrm>
            <a:off x="838200" y="2136776"/>
            <a:ext cx="10515600" cy="369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rPr lang="es-ES" sz="1400" b="0" i="0" u="none" strike="noStrike" cap="none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Delimitar hasta dónde llegarán y qué NO está contemplado en el alcance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endParaRPr lang="es-ES" dirty="0">
              <a:solidFill>
                <a:srgbClr val="3F3F3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endParaRPr lang="es-ES" dirty="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"/>
          <p:cNvSpPr txBox="1">
            <a:spLocks noGrp="1"/>
          </p:cNvSpPr>
          <p:nvPr>
            <p:ph type="title"/>
          </p:nvPr>
        </p:nvSpPr>
        <p:spPr>
          <a:xfrm>
            <a:off x="838200" y="5509419"/>
            <a:ext cx="5178522" cy="58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es-ES"/>
              <a:t>PLAN GENERAL DEL PROYECTO</a:t>
            </a:r>
            <a:endParaRPr/>
          </a:p>
        </p:txBody>
      </p:sp>
      <p:sp>
        <p:nvSpPr>
          <p:cNvPr id="330" name="Google Shape;3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31" name="Google Shape;331;p5"/>
          <p:cNvSpPr txBox="1">
            <a:spLocks noGrp="1"/>
          </p:cNvSpPr>
          <p:nvPr>
            <p:ph type="sldNum" idx="12"/>
          </p:nvPr>
        </p:nvSpPr>
        <p:spPr>
          <a:xfrm>
            <a:off x="10810874" y="6356350"/>
            <a:ext cx="5429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graphicFrame>
        <p:nvGraphicFramePr>
          <p:cNvPr id="332" name="Google Shape;332;p5"/>
          <p:cNvGraphicFramePr/>
          <p:nvPr/>
        </p:nvGraphicFramePr>
        <p:xfrm>
          <a:off x="702880" y="906586"/>
          <a:ext cx="10237525" cy="4149900"/>
        </p:xfrm>
        <a:graphic>
          <a:graphicData uri="http://schemas.openxmlformats.org/drawingml/2006/table">
            <a:tbl>
              <a:tblPr>
                <a:noFill/>
                <a:tableStyleId>{468E0E79-3FCA-4A58-998D-F70735DC22F7}</a:tableStyleId>
              </a:tblPr>
              <a:tblGrid>
                <a:gridCol w="554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2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9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8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1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Actividades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S8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7"/>
          <p:cNvSpPr txBox="1">
            <a:spLocks noGrp="1"/>
          </p:cNvSpPr>
          <p:nvPr>
            <p:ph type="title"/>
          </p:nvPr>
        </p:nvSpPr>
        <p:spPr>
          <a:xfrm>
            <a:off x="838201" y="4156405"/>
            <a:ext cx="412016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 dirty="0"/>
              <a:t>ROLES Y RESPONSABILIDADES</a:t>
            </a:r>
            <a:endParaRPr dirty="0"/>
          </a:p>
        </p:txBody>
      </p:sp>
      <p:sp>
        <p:nvSpPr>
          <p:cNvPr id="348" name="Google Shape;348;p7"/>
          <p:cNvSpPr txBox="1">
            <a:spLocks noGrp="1"/>
          </p:cNvSpPr>
          <p:nvPr>
            <p:ph type="body" idx="1"/>
          </p:nvPr>
        </p:nvSpPr>
        <p:spPr>
          <a:xfrm>
            <a:off x="5922254" y="1530635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s-ES"/>
              <a:t>De parte del cliente</a:t>
            </a:r>
            <a:endParaRPr/>
          </a:p>
        </p:txBody>
      </p:sp>
      <p:sp>
        <p:nvSpPr>
          <p:cNvPr id="349" name="Google Shape;349;p7"/>
          <p:cNvSpPr txBox="1">
            <a:spLocks noGrp="1"/>
          </p:cNvSpPr>
          <p:nvPr>
            <p:ph type="body" idx="2"/>
          </p:nvPr>
        </p:nvSpPr>
        <p:spPr>
          <a:xfrm>
            <a:off x="5921828" y="1860060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Nombre, Rol y responsabilidad</a:t>
            </a:r>
            <a:endParaRPr/>
          </a:p>
        </p:txBody>
      </p:sp>
      <p:sp>
        <p:nvSpPr>
          <p:cNvPr id="350" name="Google Shape;350;p7"/>
          <p:cNvSpPr txBox="1">
            <a:spLocks noGrp="1"/>
          </p:cNvSpPr>
          <p:nvPr>
            <p:ph type="body" idx="5"/>
          </p:nvPr>
        </p:nvSpPr>
        <p:spPr>
          <a:xfrm>
            <a:off x="5922254" y="3730227"/>
            <a:ext cx="54332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s-ES"/>
              <a:t>De parte del equipo </a:t>
            </a:r>
            <a:endParaRPr/>
          </a:p>
        </p:txBody>
      </p:sp>
      <p:sp>
        <p:nvSpPr>
          <p:cNvPr id="351" name="Google Shape;351;p7"/>
          <p:cNvSpPr txBox="1">
            <a:spLocks noGrp="1"/>
          </p:cNvSpPr>
          <p:nvPr>
            <p:ph type="body" idx="6"/>
          </p:nvPr>
        </p:nvSpPr>
        <p:spPr>
          <a:xfrm>
            <a:off x="5921828" y="4059652"/>
            <a:ext cx="5431971" cy="55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Nombre, rol, responsabilidad</a:t>
            </a:r>
            <a:endParaRPr/>
          </a:p>
        </p:txBody>
      </p:sp>
      <p:sp>
        <p:nvSpPr>
          <p:cNvPr id="352" name="Google Shape;352;p7"/>
          <p:cNvSpPr txBox="1">
            <a:spLocks noGrp="1"/>
          </p:cNvSpPr>
          <p:nvPr>
            <p:ph type="dt" idx="10"/>
          </p:nvPr>
        </p:nvSpPr>
        <p:spPr>
          <a:xfrm>
            <a:off x="5919680" y="6356350"/>
            <a:ext cx="9475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sldNum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"/>
          <p:cNvSpPr txBox="1"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/>
              <a:t>COMUNICACIÓN EN EL PROYECTO</a:t>
            </a:r>
            <a:endParaRPr/>
          </a:p>
        </p:txBody>
      </p:sp>
      <p:sp>
        <p:nvSpPr>
          <p:cNvPr id="360" name="Google Shape;360;p8"/>
          <p:cNvSpPr txBox="1"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Por parte del cliente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Por parte de la compañía</a:t>
            </a:r>
            <a:endParaRPr/>
          </a:p>
        </p:txBody>
      </p:sp>
      <p:sp>
        <p:nvSpPr>
          <p:cNvPr id="361" name="Google Shape;36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62" name="Google Shape;36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 txBox="1">
            <a:spLocks noGrp="1"/>
          </p:cNvSpPr>
          <p:nvPr>
            <p:ph type="title"/>
          </p:nvPr>
        </p:nvSpPr>
        <p:spPr>
          <a:xfrm>
            <a:off x="5847354" y="717709"/>
            <a:ext cx="5431971" cy="84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 dirty="0"/>
              <a:t>MATRIZ DE COMUNICACIONES</a:t>
            </a:r>
            <a:endParaRPr dirty="0"/>
          </a:p>
        </p:txBody>
      </p:sp>
      <p:sp>
        <p:nvSpPr>
          <p:cNvPr id="369" name="Google Shape;369;p9"/>
          <p:cNvSpPr txBox="1">
            <a:spLocks noGrp="1"/>
          </p:cNvSpPr>
          <p:nvPr>
            <p:ph type="dt" idx="10"/>
          </p:nvPr>
        </p:nvSpPr>
        <p:spPr>
          <a:xfrm>
            <a:off x="5919680" y="6356350"/>
            <a:ext cx="94751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70" name="Google Shape;370;p9"/>
          <p:cNvSpPr txBox="1">
            <a:spLocks noGrp="1"/>
          </p:cNvSpPr>
          <p:nvPr>
            <p:ph type="sldNum" idx="12"/>
          </p:nvPr>
        </p:nvSpPr>
        <p:spPr>
          <a:xfrm>
            <a:off x="10700656" y="6356350"/>
            <a:ext cx="65314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graphicFrame>
        <p:nvGraphicFramePr>
          <p:cNvPr id="371" name="Google Shape;371;p9"/>
          <p:cNvGraphicFramePr/>
          <p:nvPr/>
        </p:nvGraphicFramePr>
        <p:xfrm>
          <a:off x="838200" y="1825625"/>
          <a:ext cx="10441125" cy="4269110"/>
        </p:xfrm>
        <a:graphic>
          <a:graphicData uri="http://schemas.openxmlformats.org/drawingml/2006/table">
            <a:tbl>
              <a:tblPr>
                <a:noFill/>
                <a:tableStyleId>{468E0E79-3FCA-4A58-998D-F70735DC22F7}</a:tableStyleId>
              </a:tblPr>
              <a:tblGrid>
                <a:gridCol w="251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325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¿Qué comunicamos?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Usuario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Responsable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2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Destinatario</a:t>
                      </a:r>
                      <a:endParaRPr/>
                    </a:p>
                  </a:txBody>
                  <a:tcPr marL="91450" marR="91450" marT="45725" marB="45725">
                    <a:lnL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Método de comunicación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Preparación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lt1"/>
                          </a:solidFill>
                        </a:rPr>
                        <a:t>Envío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2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endParaRPr sz="1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/>
              <a:t>RIESGOS INICIALES DEL PROYECTO</a:t>
            </a:r>
            <a:endParaRPr/>
          </a:p>
        </p:txBody>
      </p:sp>
      <p:sp>
        <p:nvSpPr>
          <p:cNvPr id="378" name="Google Shape;37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79" name="Google Shape;3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graphicFrame>
        <p:nvGraphicFramePr>
          <p:cNvPr id="380" name="Google Shape;380;p10"/>
          <p:cNvGraphicFramePr/>
          <p:nvPr>
            <p:extLst>
              <p:ext uri="{D42A27DB-BD31-4B8C-83A1-F6EECF244321}">
                <p14:modId xmlns:p14="http://schemas.microsoft.com/office/powerpoint/2010/main" val="1838649559"/>
              </p:ext>
            </p:extLst>
          </p:nvPr>
        </p:nvGraphicFramePr>
        <p:xfrm>
          <a:off x="2901100" y="1896991"/>
          <a:ext cx="6130926" cy="2743270"/>
        </p:xfrm>
        <a:graphic>
          <a:graphicData uri="http://schemas.openxmlformats.org/drawingml/2006/table">
            <a:tbl>
              <a:tblPr>
                <a:noFill/>
                <a:tableStyleId>{468E0E79-3FCA-4A58-998D-F70735DC22F7}</a:tableStyleId>
              </a:tblPr>
              <a:tblGrid>
                <a:gridCol w="306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463">
                  <a:extLst>
                    <a:ext uri="{9D8B030D-6E8A-4147-A177-3AD203B41FA5}">
                      <a16:colId xmlns:a16="http://schemas.microsoft.com/office/drawing/2014/main" val="40250838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Descripción del Riesgo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dirty="0"/>
                        <a:t>Probabilidad de Ocurrencia del riesgo (Alta, Media, Baja)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8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496A59A0-9254-A4B9-2FD7-D6A9D6C5DD41}"/>
              </a:ext>
            </a:extLst>
          </p:cNvPr>
          <p:cNvSpPr txBox="1"/>
          <p:nvPr/>
        </p:nvSpPr>
        <p:spPr>
          <a:xfrm>
            <a:off x="2362200" y="4640261"/>
            <a:ext cx="746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Definición de Comité de Riesgos (Por parte de Cliente / Proveedor) para atender estos riesgos y evaluar planes de acción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 txBox="1"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 sz="2800" dirty="0"/>
              <a:t>SUPUESTOS, RESTRICCIONES A TENER EN CUENTA</a:t>
            </a:r>
            <a:endParaRPr sz="2800" dirty="0"/>
          </a:p>
        </p:txBody>
      </p:sp>
      <p:sp>
        <p:nvSpPr>
          <p:cNvPr id="387" name="Google Shape;387;p11"/>
          <p:cNvSpPr txBox="1">
            <a:spLocks noGrp="1"/>
          </p:cNvSpPr>
          <p:nvPr>
            <p:ph type="body" idx="1"/>
          </p:nvPr>
        </p:nvSpPr>
        <p:spPr>
          <a:xfrm>
            <a:off x="1967934" y="3115985"/>
            <a:ext cx="15971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s-ES" sz="1800"/>
              <a:t>SUPUESTOS</a:t>
            </a:r>
            <a:endParaRPr/>
          </a:p>
        </p:txBody>
      </p:sp>
      <p:sp>
        <p:nvSpPr>
          <p:cNvPr id="388" name="Google Shape;388;p11"/>
          <p:cNvSpPr txBox="1">
            <a:spLocks noGrp="1"/>
          </p:cNvSpPr>
          <p:nvPr>
            <p:ph type="body" idx="3"/>
          </p:nvPr>
        </p:nvSpPr>
        <p:spPr>
          <a:xfrm>
            <a:off x="8524128" y="3115985"/>
            <a:ext cx="195561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 sz="1400"/>
              <a:t>RESTRICCIONES</a:t>
            </a:r>
            <a:endParaRPr/>
          </a:p>
        </p:txBody>
      </p:sp>
      <p:sp>
        <p:nvSpPr>
          <p:cNvPr id="389" name="Google Shape;389;p11"/>
          <p:cNvSpPr txBox="1">
            <a:spLocks noGrp="1"/>
          </p:cNvSpPr>
          <p:nvPr>
            <p:ph type="body" idx="7"/>
          </p:nvPr>
        </p:nvSpPr>
        <p:spPr>
          <a:xfrm>
            <a:off x="1125253" y="4824187"/>
            <a:ext cx="3124093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xxxx</a:t>
            </a:r>
            <a:endParaRPr/>
          </a:p>
        </p:txBody>
      </p:sp>
      <p:sp>
        <p:nvSpPr>
          <p:cNvPr id="390" name="Google Shape;390;p11"/>
          <p:cNvSpPr txBox="1">
            <a:spLocks noGrp="1"/>
          </p:cNvSpPr>
          <p:nvPr>
            <p:ph type="body" idx="9"/>
          </p:nvPr>
        </p:nvSpPr>
        <p:spPr>
          <a:xfrm>
            <a:off x="8018892" y="4838142"/>
            <a:ext cx="3124093" cy="46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/>
              <a:t>xxxxx</a:t>
            </a:r>
            <a:endParaRPr/>
          </a:p>
        </p:txBody>
      </p:sp>
      <p:sp>
        <p:nvSpPr>
          <p:cNvPr id="391" name="Google Shape;3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392" name="Google Shape;3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 txBox="1">
            <a:spLocks noGrp="1"/>
          </p:cNvSpPr>
          <p:nvPr>
            <p:ph type="title"/>
          </p:nvPr>
        </p:nvSpPr>
        <p:spPr>
          <a:xfrm>
            <a:off x="1427629" y="826492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s-ES"/>
              <a:t>ENTREGABLES</a:t>
            </a:r>
            <a:endParaRPr/>
          </a:p>
        </p:txBody>
      </p:sp>
      <p:sp>
        <p:nvSpPr>
          <p:cNvPr id="399" name="Google Shape;399;p12"/>
          <p:cNvSpPr txBox="1">
            <a:spLocks noGrp="1"/>
          </p:cNvSpPr>
          <p:nvPr>
            <p:ph type="body" idx="2"/>
          </p:nvPr>
        </p:nvSpPr>
        <p:spPr>
          <a:xfrm>
            <a:off x="2117912" y="2597476"/>
            <a:ext cx="6206938" cy="2278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s-ES" dirty="0"/>
              <a:t>XXXXX				Fecha Propuesta </a:t>
            </a:r>
            <a:endParaRPr dirty="0"/>
          </a:p>
        </p:txBody>
      </p:sp>
      <p:sp>
        <p:nvSpPr>
          <p:cNvPr id="400" name="Google Shape;40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401" name="Google Shape;40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 txBox="1"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None/>
            </a:pPr>
            <a:r>
              <a:rPr lang="es-ES"/>
              <a:t>MUCHAS GRACIAS</a:t>
            </a:r>
            <a:endParaRPr/>
          </a:p>
        </p:txBody>
      </p:sp>
      <p:sp>
        <p:nvSpPr>
          <p:cNvPr id="422" name="Google Shape;422;p14"/>
          <p:cNvSpPr txBox="1"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</p:txBody>
      </p:sp>
      <p:sp>
        <p:nvSpPr>
          <p:cNvPr id="423" name="Google Shape;423;p14"/>
          <p:cNvSpPr txBox="1">
            <a:spLocks noGrp="1"/>
          </p:cNvSpPr>
          <p:nvPr>
            <p:ph type="dt" idx="10"/>
          </p:nvPr>
        </p:nvSpPr>
        <p:spPr>
          <a:xfrm>
            <a:off x="4267200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20XX</a:t>
            </a:r>
            <a:endParaRPr/>
          </a:p>
        </p:txBody>
      </p:sp>
      <p:sp>
        <p:nvSpPr>
          <p:cNvPr id="424" name="Google Shape;424;p14"/>
          <p:cNvSpPr txBox="1">
            <a:spLocks noGrp="1"/>
          </p:cNvSpPr>
          <p:nvPr>
            <p:ph type="sldNum" idx="12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6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214</Words>
  <Application>Microsoft Office PowerPoint</Application>
  <PresentationFormat>Panorámica</PresentationFormat>
  <Paragraphs>95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Una sola línea</vt:lpstr>
      <vt:lpstr>KICKOF PROYECTO XXX</vt:lpstr>
      <vt:lpstr>QUIÉNES SOMOS</vt:lpstr>
      <vt:lpstr>PARTICIPANTES</vt:lpstr>
      <vt:lpstr>PROPÓSITO</vt:lpstr>
      <vt:lpstr>ALCANCE</vt:lpstr>
      <vt:lpstr>PLAN GENERAL DEL PROYECTO</vt:lpstr>
      <vt:lpstr>ROLES Y RESPONSABILIDADES</vt:lpstr>
      <vt:lpstr>COMUNICACIÓN EN EL PROYECTO</vt:lpstr>
      <vt:lpstr>MATRIZ DE COMUNICACIONES</vt:lpstr>
      <vt:lpstr>RIESGOS INICIALES DEL PROYECTO</vt:lpstr>
      <vt:lpstr>SUPUESTOS, RESTRICCIONES A TENER EN CUENTA</vt:lpstr>
      <vt:lpstr>ENTREGABLES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 PROYECTO XXX</dc:title>
  <dc:creator>Beatriz Grass</dc:creator>
  <cp:lastModifiedBy>Beatriz Grass</cp:lastModifiedBy>
  <cp:revision>5</cp:revision>
  <dcterms:created xsi:type="dcterms:W3CDTF">2024-02-23T15:51:20Z</dcterms:created>
  <dcterms:modified xsi:type="dcterms:W3CDTF">2024-10-25T14:36:55Z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